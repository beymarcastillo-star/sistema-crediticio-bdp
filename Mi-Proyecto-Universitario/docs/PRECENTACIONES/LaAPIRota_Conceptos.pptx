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LA API ROTA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Completa de Conceptos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entender desde cero qué pasó y cómo se resolvió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3291840"/>
            <a:ext cx="26517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4564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¿Qué es una API?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3291840"/>
            <a:ext cx="26517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4564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 Breaking Change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3291840"/>
            <a:ext cx="26517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34564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Rollback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4160520"/>
            <a:ext cx="26517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43251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🐦  Canary Release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4160520"/>
            <a:ext cx="26517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43251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Contract Testing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4160520"/>
            <a:ext cx="2651760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43251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PMBOK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4  •  Microservicio de Inventario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¿Qué es una API?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Programming Interface — Interfaz de Programación de Aplicaciones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6187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Analogía del Restaurante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0934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Tú (el cliente) pides al MESERO (la API) que lleve tu pedido a la COCINA (el servidor). No necesitas saber cómo funciona la cocina; solo hablas con el mesero usando el MENÚ (el contrato de la API).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26974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31720"/>
            <a:ext cx="26974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23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36499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microservicio de Inventario que tiene los datos y los expone mediante la API.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2331720"/>
            <a:ext cx="26974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2331720"/>
            <a:ext cx="2697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423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337560" y="29260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336499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móvil que llama a la API para obtener o enviar información.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2331720"/>
            <a:ext cx="26974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331720"/>
            <a:ext cx="2697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42316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17920" y="29260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63640" y="3364992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acuerdo de qué campos existen, qué significan y cómo se llaman (ej: 'id_producto').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¿Qué es un Microservicio?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lugar de construir una app gigante (monolítica), los microservicios dividen el sistema en piezas pequeñas e independientes.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356616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3042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Inventario  ← ¡ESTE FALLÓ!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734056"/>
            <a:ext cx="356616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7980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Usuarios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227832"/>
            <a:ext cx="356616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291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Pagos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721608"/>
            <a:ext cx="356616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7856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Notificaciones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215384"/>
            <a:ext cx="356616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4279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Búsqueda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11480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9875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Independencia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38988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microservicio de Inventario falla, el de Pagos sigue funcionando.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240280"/>
            <a:ext cx="411480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23134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Despliegue rápido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71576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actualizar solo el microservicio de Inventario sin tocar el resto.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3566160"/>
            <a:ext cx="4114800" cy="1207008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36393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Riesgo de contratos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404164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microservicio expone una API. Si cambias esa API sin avisar, rompes a quien la usa.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Breaking Change: El Problema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 disruptivo que rompe la compatibilidad con versiones anteriores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65760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36576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4358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ANTES (v1 — funcionaba)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API devolvía: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"id_producto": "ABC123",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"nombre": "Laptop",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"stock": 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06240" y="2011680"/>
            <a:ext cx="73152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8745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120640" y="1188720"/>
            <a:ext cx="365760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120640" y="1188720"/>
            <a:ext cx="365760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124358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DESPUÉS (v2 — roto)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1664208"/>
            <a:ext cx="33375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API devolvía: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"product_uuid": "ABC123",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"nombre": "Laptop",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"stock": 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8412480" cy="1508760"/>
          </a:xfrm>
          <a:prstGeom prst="rect">
            <a:avLst/>
          </a:prstGeom>
          <a:solidFill>
            <a:srgbClr val="2D0A0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4930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pasó? — La App móvil buscaba el campo 'id_producto' y no lo encontró → Error de parseo → CRASH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00507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100% de los usuarios afectados  |  Ventas detenidas  |  Riesgo de reseñas negativas en App Store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Rollback: Volver Atrás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87552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Rollback = Revertir el sistema a la versión anterior que funcionaba correctamente.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deshacer (Ctrl+Z) en un editor de texto, pero para toda una aplicación en producción.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023360" cy="3063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28800"/>
            <a:ext cx="402336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928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ROLLBACK (elegido aquí)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36576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Restauración INMEDIATA para todos
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App ya está en millones de teléfonos
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puedes forzar una actualización
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Tiempo de recuperación: minutos
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Riesgo: bajo — vuelves a lo que funcionaba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4023360" cy="306324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828800"/>
            <a:ext cx="402336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8928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FIX-FORWARD (alternativa)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331720"/>
            <a:ext cx="365760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Corregir el bug directamente en v2
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Solo sirve si TODOS los clientes
  pueden actualizarse rápido
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 apps móviles = IMPOSIBLE
  (aprobación App Store tarda días)
</a:t>
            </a:r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Tiempo de recuperación: horas o días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🐦 Canary Release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para desplegar cambios sin arriesgar a todos los usuarios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120640" cy="2697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61872"/>
            <a:ext cx="4800600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llama Canary?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Antes, los mineros llevaban canarios a las minas. Si el canario moría por gases tóxicos, los mineros salían corriendo. En software: despliegas a una pequeña parte de usuarios (el 'canario'). Si algo falla ahí, detienes todo antes de afectar al resto.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0" y="1188720"/>
            <a:ext cx="310896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06440" y="126187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Nuevo código desplegado al 1-5% del tráfico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0" y="1856232"/>
            <a:ext cx="310896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06440" y="1929384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Monitoreo de errores en ese segmento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0" y="2523744"/>
            <a:ext cx="310896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06440" y="2596896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¿Errores? → Parar despliegue automáticamente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0" y="3191256"/>
            <a:ext cx="3108960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06440" y="3264408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Sin errores → Desplegar al 100% gradualmente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4069080"/>
            <a:ext cx="3931920" cy="868680"/>
          </a:xfrm>
          <a:prstGeom prst="rect">
            <a:avLst/>
          </a:prstGeom>
          <a:solidFill>
            <a:srgbClr val="0A2A4A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1330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🟦  Blue-Green Deployment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434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entornos idénticos: 'Blue' (actual) y 'Green' (nuevo). El tráfico se cambia con un clic.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4069080"/>
            <a:ext cx="4114800" cy="868680"/>
          </a:xfrm>
          <a:prstGeom prst="rect">
            <a:avLst/>
          </a:prstGeom>
          <a:solidFill>
            <a:srgbClr val="0A2A4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4133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Resultado si se usaban estas estrategias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44348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95-99% de los usuarios NUNCA habría sufrido el crash.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Pipeline CI/CD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/ Continuous Deployment — El proceso automático de construcción y despliegue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234440"/>
            <a:ext cx="155448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234440"/>
            <a:ext cx="155448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✏️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2331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" y="2798064"/>
            <a:ext cx="1417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escribe el cambio (ej: renombra campo)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19072" y="23317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47672" y="1234440"/>
            <a:ext cx="155448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47672" y="1234440"/>
            <a:ext cx="155448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47672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🔨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93392" y="2331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20824" y="2798064"/>
            <a:ext cx="1417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compila y construye el software automáticamente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83864" y="23317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12464" y="1234440"/>
            <a:ext cx="155448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12464" y="1234440"/>
            <a:ext cx="155448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758184" y="2331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85616" y="2798064"/>
            <a:ext cx="1417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ejecutan pruebas automatizadas. AQUÍ faltó el Contract Test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48656" y="23317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77256" y="1234440"/>
            <a:ext cx="155448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77256" y="1234440"/>
            <a:ext cx="155448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77256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522976" y="2331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50408" y="2798064"/>
            <a:ext cx="1417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despliega en un entorno de prueba idéntico a producción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13448" y="23317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42048" y="1234440"/>
            <a:ext cx="155448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42048" y="1234440"/>
            <a:ext cx="155448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42048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287768" y="23317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0" y="2798064"/>
            <a:ext cx="1417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todo pasa, se despliega a los usuarios reales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solidFill>
            <a:srgbClr val="2D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81888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En este caso, la etapa de Tests no tenía Contract Tests → el cambio llegó a Producción sin validación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Contract Testing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Contrato — La solución preventiva que faltaba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6187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hace? Verifica automáticamente que el 'contrato' entre la API (proveedor) y la App (consumidor) no se ha roto.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167335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desarrollador intenta renombrar 'id_producto' a 'product_uuid', el test falla y BLOQUEA el despliegue antes de llegar a producción.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20116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31720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4688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11480" y="3017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 define el contrato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621024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'Necesito el campo id_producto de tipo string'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13432" y="320040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2331720"/>
            <a:ext cx="20116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2331720"/>
            <a:ext cx="201168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4688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560320" y="3017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se publica en Pact Broker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3621024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central de contratos entre servicios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62272" y="320040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17720" y="2331720"/>
            <a:ext cx="20116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331720"/>
            <a:ext cx="20116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4688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709160" y="3017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verifica el contrato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621024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microservicio de Inventario confirma que cumple el contrato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11112" y="320040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66560" y="2331720"/>
            <a:ext cx="2011680" cy="246888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2331720"/>
            <a:ext cx="201168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24688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858000" y="3017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cambia un campo → Build FALLA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3621024"/>
            <a:ext cx="1828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puede desplegar sin pasar primero los contract tests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Herramientas: Pact  |  Spring Cloud Contract  |  oasdiff  |  openapi-diff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Versionamiento de API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oro para no romper a tus consumidores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85800"/>
          </a:xfrm>
          <a:prstGeom prst="rect">
            <a:avLst/>
          </a:prstGeom>
          <a:solidFill>
            <a:srgbClr val="0A2030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9844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Regla de Oro: NUNCA renombres ni elimines un campo en una versión activa. Si necesitas cambiar algo, crea una versión nueva.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393192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011680"/>
            <a:ext cx="393192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75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/v1/inventario  (mantener activa)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5661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Campo: "id_producto"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Soporta la App móvil actual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mantiene al menos 6 semanas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Comunicar deprecation con tiempo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Todos los usuarios viejos siguen funcionando 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2011680"/>
            <a:ext cx="393192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2011680"/>
            <a:ext cx="393192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075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/v2/inventario  (nueva versión)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0" y="2514600"/>
            <a:ext cx="356616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Campo: "product_uuid"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 nuevos clientes migran aquí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documenta con Swagger/OpenAPI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 cambios son visibles y anunciados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Coexiste con /v1/ durante la transición 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PMBOK y Gestión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8755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PMBOK (Project Management Body of Knowledge) = Guía de buenas prácticas para gestionar proyectos, publicada por el PMI. La 8ª edición hace énfasis en adaptabilidad, comunicación y entrega de valor.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RACI — ¿Quién hace qué durante la crisis?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176272"/>
            <a:ext cx="201168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212848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224942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59689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ejecuta la tarea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42032" y="2176272"/>
            <a:ext cx="201168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42032" y="2212848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044952" y="224942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44952" y="259689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rinde cuentas finales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18304" y="2176272"/>
            <a:ext cx="201168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18304" y="2212848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21224" y="224942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21224" y="259689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quien se consulta antes de actuar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94576" y="2176272"/>
            <a:ext cx="201168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94576" y="2212848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97496" y="224942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97496" y="259689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quien se informa del resultado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1821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conceptos del documento: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2062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" y="368503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368503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Level Agreement: contrato que define el nivel mínimo de servicio. Si lo incumples, hay penalización económica.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611880"/>
            <a:ext cx="42062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64608" y="3685032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MTTR: 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32120" y="368503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Recovery: tiempo promedio para recuperarse de un fallo. Objetivo &lt; 30 min.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306824"/>
            <a:ext cx="42062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" y="4379976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Post-mortem: 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" y="4379976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sin culpas después de un incidente para analizar qué falló y cómo prevenirlo. 'Blameless' = sin señalar culpables.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4306824"/>
            <a:ext cx="420624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64608" y="4379976"/>
            <a:ext cx="749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Page: 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32120" y="4379976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pública donde la empresa informa el estado del sistema en tiempo real durante un incidente.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Resumen: Lo que Aprendiste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1033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que conecta sistemas. Como un mesero entre la app y el servidor.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🧩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49240" y="1033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924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Pieza pequeña e independiente de un sistema más grande.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1947672"/>
            <a:ext cx="420624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112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2020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4048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que rompe la compatibilidad. Aquí: renombrar 'id_producto'.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947672"/>
            <a:ext cx="420624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112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49240" y="2020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49240" y="240487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Volver a la versión anterior que funcionaba (el Ctrl+Z del servidor).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2935224"/>
            <a:ext cx="420624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099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🐦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8680" y="30083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Release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33924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 solo al 1-5% para detectar errores antes de afectar a todos.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2935224"/>
            <a:ext cx="420624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099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49240" y="30083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339242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automática que valida el contrato API. Bloquea cambios disruptivos.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3922776"/>
            <a:ext cx="420624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4087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📌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68680" y="39959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Versionamiento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437997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/v2/ en lugar de modificar /v1/ activa. Nunca romper lo que funciona.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3922776"/>
            <a:ext cx="420624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4087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49240" y="39959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PMBOK / RACI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49240" y="437997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para gestionar proyectos. RACI define quién hace qué en una crisis.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¡Ahora entiendes qué pasó, por qué pasó y cómo evitarlo! 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API Rota - Guía de Conceptos</dc:title>
  <dc:subject>PptxGenJS Presentation</dc:subject>
  <dc:creator>PptxGenJS</dc:creator>
  <cp:lastModifiedBy>PptxGenJS</cp:lastModifiedBy>
  <cp:revision>1</cp:revision>
  <dcterms:created xsi:type="dcterms:W3CDTF">2026-04-07T21:43:15Z</dcterms:created>
  <dcterms:modified xsi:type="dcterms:W3CDTF">2026-04-07T21:43:15Z</dcterms:modified>
</cp:coreProperties>
</file>